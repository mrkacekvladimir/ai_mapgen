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5DD87-F8D6-80B1-6A39-B16931F71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A7BAB-B448-E3A4-73D9-BD3B0CC34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9B9E4-3548-A3E7-D5BF-EED1662CA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5AF0B-05BE-1849-A0AA-0DC3E66EA12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6AF38-9082-EBAA-37E7-7F80BA659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D2211-2C7A-9497-1DE7-00ED3429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CF56C-3801-7E40-B95C-7DF28ADDE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4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483D-8860-9005-AC41-8CC0C24F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84344-09A4-3929-0E04-2AA547E98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DD4ED-12FA-C5B4-523E-E63B2FBC3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5AF0B-05BE-1849-A0AA-0DC3E66EA12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076FD-C40B-AD8B-2132-D2A9A966D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880A2-8D7B-5D1D-30F0-6F2B7BD8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CF56C-3801-7E40-B95C-7DF28ADDE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45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139C8-6734-8F08-2D67-AA0DCE7F2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24F23-D9C2-283B-7591-9E085AFFD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433DF-269C-2EF1-10DF-D82E7E87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5AF0B-05BE-1849-A0AA-0DC3E66EA12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8D772-5873-2D6A-E857-444330B4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5B508-0447-EBA2-F138-F6BC9CCD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CF56C-3801-7E40-B95C-7DF28ADDE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6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ADD20-E947-D5CF-440B-9789003C1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9BBAC-08E4-21E9-87FB-E14C02DED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227CE-570D-7313-7861-7214B856D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BE88D-1D27-2D3A-99CB-52E96C784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5AF0B-05BE-1849-A0AA-0DC3E66EA12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255C9-9395-4770-3419-5E3878E4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E7ADC-0BD6-09CE-9308-A256B073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CF56C-3801-7E40-B95C-7DF28ADDE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4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F8F3-AE9F-5C49-9641-E225DB4F2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43AD4-E2DA-363B-0C6D-5D893143F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5985-BBEF-71FC-2E93-C2475AC67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5DD4C-A225-E7A9-32BA-3CF05DC21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BE8314-64A0-BB76-0C89-0173F0438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D5459-3C15-68D4-0BB9-BE1A0B8D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5AF0B-05BE-1849-A0AA-0DC3E66EA12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90FCC-C7BC-C864-AF7B-91FA23E1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E1A2D8-4DBE-2E23-2E63-F1B54CA9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CF56C-3801-7E40-B95C-7DF28ADDE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8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D567A-A422-2A03-AFAB-9375DC27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6AF4A-C3D9-EDBD-B46E-84D1E71B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5AF0B-05BE-1849-A0AA-0DC3E66EA12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DBF2A-522D-A818-EF0F-BFF36A7BD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636B9-8407-EB73-C8BC-5B35DD01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CF56C-3801-7E40-B95C-7DF28ADDE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4AB74F-8406-266F-5880-361B287F0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5AF0B-05BE-1849-A0AA-0DC3E66EA12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833C2-D281-5EC2-AACF-15872F19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6D31D-02FF-9458-240C-829DB5396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CF56C-3801-7E40-B95C-7DF28ADDE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1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AD36-F1D3-C600-84E0-5DD0A6078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47D67-D86D-1D8F-8098-0D7B19B6B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0EBD4-7BBE-2DB7-332A-9C39D629B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C4003-963B-DF11-524B-EA9A62468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5AF0B-05BE-1849-A0AA-0DC3E66EA12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63895-AE24-48F5-189D-0B365A49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EF4F0-E383-6C44-08CD-C3570961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CF56C-3801-7E40-B95C-7DF28ADDE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8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DF4C-D5D9-F1F9-5F66-D64F3D75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10B88A-F849-597B-E996-B0680E69D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F1390-1EEB-D6B4-BAB4-8094E6F69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689A7-924A-47BB-9501-249AB929B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5AF0B-05BE-1849-A0AA-0DC3E66EA12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4177F-3FF7-E7BB-7B87-C99C7BC00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0D3A5-A05E-D71B-AF3A-18040511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CF56C-3801-7E40-B95C-7DF28ADDE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56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BEE0-5CB6-183D-CD3A-871F595D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3E2F3-F3D0-C2D1-96CD-E8AC7C43D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6A880-0C0D-04CE-003E-32A996F30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5AF0B-05BE-1849-A0AA-0DC3E66EA12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5EACD-DCCD-2729-F48A-EBF827F4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E0A9A-C980-167A-BAFD-672EB5A7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CF56C-3801-7E40-B95C-7DF28ADDE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2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D62385-90A3-3143-05A6-C0EDAA3C7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056A09-17BC-7987-85E1-5DD033B3B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C7CEE-1B20-2222-41BB-A175E66B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5AF0B-05BE-1849-A0AA-0DC3E66EA12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7C082-BADC-E672-AC98-7709320A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8CC92-4620-F1A7-C8EF-9C8AB848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CF56C-3801-7E40-B95C-7DF28ADDE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19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D4CFF0-D69E-6EEB-7776-CE48AF53B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4AA73-6B94-6FDA-A57A-C3FF48F79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1AE6-D570-EB90-52D5-956454FF2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5AF0B-05BE-1849-A0AA-0DC3E66EA128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7F42E-D428-AC5F-794D-67800E2E0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85229-6316-14E9-ABDB-57215D97C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CF56C-3801-7E40-B95C-7DF28ADDE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6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220D-8880-47D9-C8CD-1F20FD549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Generování</a:t>
            </a:r>
            <a:r>
              <a:rPr lang="en-US" dirty="0"/>
              <a:t> W3 </a:t>
            </a:r>
            <a:r>
              <a:rPr lang="en-US" dirty="0" err="1"/>
              <a:t>mapy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D3B1E-CCC8-D131-5315-A8355545ED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Vladimír </a:t>
            </a:r>
            <a:r>
              <a:rPr lang="en-US" dirty="0" err="1"/>
              <a:t>Mrkáček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712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1678-3311-3E87-421C-4002877B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Motivace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CE3EE-FCDD-EAC0-342A-A5DD5FA02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Pseudo-</a:t>
            </a:r>
            <a:r>
              <a:rPr lang="en-US" dirty="0" err="1"/>
              <a:t>náhodný</a:t>
            </a:r>
            <a:r>
              <a:rPr lang="en-US" dirty="0"/>
              <a:t> </a:t>
            </a:r>
            <a:r>
              <a:rPr lang="en-US" dirty="0" err="1"/>
              <a:t>svět</a:t>
            </a:r>
            <a:r>
              <a:rPr lang="en-US" dirty="0"/>
              <a:t> pro </a:t>
            </a:r>
            <a:r>
              <a:rPr lang="en-US" dirty="0" err="1"/>
              <a:t>kompetitivní</a:t>
            </a:r>
            <a:r>
              <a:rPr lang="en-US" dirty="0"/>
              <a:t> </a:t>
            </a:r>
            <a:r>
              <a:rPr lang="en-US" dirty="0" err="1"/>
              <a:t>hru</a:t>
            </a:r>
            <a:endParaRPr lang="en-US" dirty="0"/>
          </a:p>
          <a:p>
            <a:r>
              <a:rPr lang="en-US" dirty="0"/>
              <a:t>I </a:t>
            </a:r>
            <a:r>
              <a:rPr lang="en-US" dirty="0" err="1"/>
              <a:t>přes</a:t>
            </a:r>
            <a:r>
              <a:rPr lang="en-US" dirty="0"/>
              <a:t> </a:t>
            </a:r>
            <a:r>
              <a:rPr lang="en-US" dirty="0" err="1"/>
              <a:t>náhodnost</a:t>
            </a:r>
            <a:r>
              <a:rPr lang="en-US" dirty="0"/>
              <a:t> se </a:t>
            </a:r>
            <a:r>
              <a:rPr lang="en-US" dirty="0" err="1"/>
              <a:t>dá</a:t>
            </a:r>
            <a:r>
              <a:rPr lang="en-US" dirty="0"/>
              <a:t> </a:t>
            </a:r>
            <a:r>
              <a:rPr lang="en-US" dirty="0" err="1"/>
              <a:t>před</a:t>
            </a:r>
            <a:r>
              <a:rPr lang="en-US" dirty="0"/>
              <a:t> </a:t>
            </a:r>
            <a:r>
              <a:rPr lang="en-US" dirty="0" err="1"/>
              <a:t>hrou</a:t>
            </a:r>
            <a:r>
              <a:rPr lang="en-US" dirty="0"/>
              <a:t> </a:t>
            </a:r>
            <a:r>
              <a:rPr lang="en-US" dirty="0" err="1"/>
              <a:t>taktizovat</a:t>
            </a:r>
            <a:endParaRPr lang="en-US" dirty="0"/>
          </a:p>
          <a:p>
            <a:r>
              <a:rPr lang="en-US" dirty="0"/>
              <a:t>Podpora </a:t>
            </a:r>
            <a:r>
              <a:rPr lang="en-US" dirty="0" err="1"/>
              <a:t>více</a:t>
            </a:r>
            <a:r>
              <a:rPr lang="en-US" dirty="0"/>
              <a:t> </a:t>
            </a:r>
            <a:r>
              <a:rPr lang="en-US" dirty="0" err="1"/>
              <a:t>hráčů</a:t>
            </a:r>
            <a:r>
              <a:rPr lang="en-US" dirty="0"/>
              <a:t>/</a:t>
            </a:r>
            <a:r>
              <a:rPr lang="en-US" dirty="0" err="1"/>
              <a:t>týmů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679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0013F-8A6B-8B96-DE43-7FBA8A099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5D662-7219-87C4-5D3C-5CD3F0A86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Generování</a:t>
            </a:r>
            <a:r>
              <a:rPr lang="en-US" dirty="0"/>
              <a:t> </a:t>
            </a:r>
            <a:r>
              <a:rPr lang="en-US" dirty="0" err="1"/>
              <a:t>spawnů</a:t>
            </a:r>
            <a:endParaRPr lang="en-US" dirty="0"/>
          </a:p>
          <a:p>
            <a:pPr lvl="1"/>
            <a:r>
              <a:rPr lang="en-US" dirty="0"/>
              <a:t>Body po </a:t>
            </a:r>
            <a:r>
              <a:rPr lang="en-US" dirty="0" err="1"/>
              <a:t>kružnici</a:t>
            </a:r>
            <a:endParaRPr lang="en-US" dirty="0"/>
          </a:p>
          <a:p>
            <a:r>
              <a:rPr lang="en-US" dirty="0" err="1"/>
              <a:t>Generování</a:t>
            </a:r>
            <a:r>
              <a:rPr lang="en-US" dirty="0"/>
              <a:t> </a:t>
            </a:r>
            <a:r>
              <a:rPr lang="en-US" dirty="0" err="1"/>
              <a:t>zlatých</a:t>
            </a:r>
            <a:r>
              <a:rPr lang="en-US" dirty="0"/>
              <a:t> </a:t>
            </a:r>
            <a:r>
              <a:rPr lang="en-US" dirty="0" err="1"/>
              <a:t>dolů</a:t>
            </a:r>
            <a:endParaRPr lang="en-US" dirty="0"/>
          </a:p>
          <a:p>
            <a:pPr lvl="1"/>
            <a:r>
              <a:rPr lang="en-US" dirty="0"/>
              <a:t>U </a:t>
            </a:r>
            <a:r>
              <a:rPr lang="en-US" dirty="0" err="1"/>
              <a:t>hráčů</a:t>
            </a:r>
            <a:r>
              <a:rPr lang="en-US" dirty="0"/>
              <a:t> - </a:t>
            </a:r>
            <a:r>
              <a:rPr lang="en-US" dirty="0" err="1"/>
              <a:t>konfigurovatelný</a:t>
            </a:r>
            <a:r>
              <a:rPr lang="en-US" dirty="0"/>
              <a:t> </a:t>
            </a:r>
            <a:r>
              <a:rPr lang="en-US" dirty="0" err="1"/>
              <a:t>rozsah</a:t>
            </a:r>
            <a:endParaRPr lang="en-US" dirty="0"/>
          </a:p>
          <a:p>
            <a:pPr lvl="1"/>
            <a:r>
              <a:rPr lang="en-US" dirty="0"/>
              <a:t>Na </a:t>
            </a:r>
            <a:r>
              <a:rPr lang="en-US" dirty="0" err="1"/>
              <a:t>mapě</a:t>
            </a:r>
            <a:r>
              <a:rPr lang="en-US" dirty="0"/>
              <a:t> – </a:t>
            </a:r>
            <a:r>
              <a:rPr lang="en-US" dirty="0" err="1"/>
              <a:t>Gaussova</a:t>
            </a:r>
            <a:r>
              <a:rPr lang="en-US" dirty="0"/>
              <a:t> </a:t>
            </a:r>
            <a:r>
              <a:rPr lang="en-US" dirty="0" err="1"/>
              <a:t>distribuce</a:t>
            </a:r>
            <a:r>
              <a:rPr lang="en-US" dirty="0"/>
              <a:t> + </a:t>
            </a:r>
            <a:r>
              <a:rPr lang="en-US" dirty="0" err="1"/>
              <a:t>minimální</a:t>
            </a:r>
            <a:r>
              <a:rPr lang="en-US" dirty="0"/>
              <a:t> </a:t>
            </a:r>
            <a:r>
              <a:rPr lang="en-US" dirty="0" err="1"/>
              <a:t>vzdálenosti</a:t>
            </a:r>
            <a:endParaRPr lang="en-US" dirty="0"/>
          </a:p>
          <a:p>
            <a:r>
              <a:rPr lang="en-US" dirty="0" err="1"/>
              <a:t>Generování</a:t>
            </a:r>
            <a:r>
              <a:rPr lang="en-US" dirty="0"/>
              <a:t> </a:t>
            </a:r>
            <a:r>
              <a:rPr lang="en-US" dirty="0" err="1"/>
              <a:t>neutrálních</a:t>
            </a:r>
            <a:r>
              <a:rPr lang="en-US" dirty="0"/>
              <a:t> </a:t>
            </a:r>
            <a:r>
              <a:rPr lang="en-US" dirty="0" err="1"/>
              <a:t>campů</a:t>
            </a:r>
            <a:endParaRPr lang="en-US" dirty="0"/>
          </a:p>
          <a:p>
            <a:pPr lvl="1"/>
            <a:r>
              <a:rPr lang="en-US" dirty="0"/>
              <a:t>Easy – </a:t>
            </a:r>
            <a:r>
              <a:rPr lang="en-US" dirty="0" err="1"/>
              <a:t>pouze</a:t>
            </a:r>
            <a:r>
              <a:rPr lang="en-US" dirty="0"/>
              <a:t> </a:t>
            </a:r>
            <a:r>
              <a:rPr lang="en-US" dirty="0" err="1"/>
              <a:t>fixní</a:t>
            </a:r>
            <a:r>
              <a:rPr lang="en-US" dirty="0"/>
              <a:t> </a:t>
            </a:r>
            <a:r>
              <a:rPr lang="en-US" dirty="0" err="1"/>
              <a:t>délka</a:t>
            </a:r>
            <a:r>
              <a:rPr lang="en-US" dirty="0"/>
              <a:t> od </a:t>
            </a:r>
            <a:r>
              <a:rPr lang="en-US" dirty="0" err="1"/>
              <a:t>spawnu</a:t>
            </a:r>
            <a:endParaRPr lang="en-US" dirty="0"/>
          </a:p>
          <a:p>
            <a:pPr lvl="1"/>
            <a:r>
              <a:rPr lang="en-US" dirty="0"/>
              <a:t>Medium – </a:t>
            </a:r>
            <a:r>
              <a:rPr lang="en-US" dirty="0" err="1"/>
              <a:t>lineární</a:t>
            </a:r>
            <a:r>
              <a:rPr lang="en-US" dirty="0"/>
              <a:t> </a:t>
            </a:r>
            <a:r>
              <a:rPr lang="en-US" dirty="0" err="1"/>
              <a:t>interpolace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středem</a:t>
            </a:r>
            <a:r>
              <a:rPr lang="en-US" dirty="0"/>
              <a:t> </a:t>
            </a:r>
            <a:r>
              <a:rPr lang="en-US" dirty="0" err="1"/>
              <a:t>mapy</a:t>
            </a:r>
            <a:r>
              <a:rPr lang="en-US" dirty="0"/>
              <a:t> a </a:t>
            </a:r>
            <a:r>
              <a:rPr lang="en-US" dirty="0" err="1"/>
              <a:t>středem</a:t>
            </a:r>
            <a:r>
              <a:rPr lang="en-US" dirty="0"/>
              <a:t> </a:t>
            </a:r>
            <a:r>
              <a:rPr lang="en-US" dirty="0" err="1"/>
              <a:t>spawnu</a:t>
            </a:r>
            <a:r>
              <a:rPr lang="en-US" dirty="0"/>
              <a:t> </a:t>
            </a:r>
            <a:r>
              <a:rPr lang="en-US" dirty="0" err="1"/>
              <a:t>týmu</a:t>
            </a:r>
            <a:endParaRPr lang="en-US" dirty="0"/>
          </a:p>
          <a:p>
            <a:pPr lvl="1"/>
            <a:r>
              <a:rPr lang="en-US" dirty="0"/>
              <a:t>Hard – </a:t>
            </a:r>
            <a:r>
              <a:rPr lang="en-US" dirty="0" err="1"/>
              <a:t>Gaussova</a:t>
            </a:r>
            <a:r>
              <a:rPr lang="en-US" dirty="0"/>
              <a:t> </a:t>
            </a:r>
            <a:r>
              <a:rPr lang="en-US" dirty="0" err="1"/>
              <a:t>distribuce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středu</a:t>
            </a:r>
            <a:r>
              <a:rPr lang="en-US" dirty="0"/>
              <a:t> </a:t>
            </a:r>
            <a:r>
              <a:rPr lang="en-US" dirty="0" err="1"/>
              <a:t>mapu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87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31B4-1194-581F-9A99-6D620FE67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2B7B2-4890-3FCD-69FE-9EE1C232D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Generování</a:t>
            </a:r>
            <a:r>
              <a:rPr lang="en-US" dirty="0"/>
              <a:t> </a:t>
            </a:r>
            <a:r>
              <a:rPr lang="en-US" dirty="0" err="1"/>
              <a:t>terénu</a:t>
            </a:r>
            <a:endParaRPr lang="en-US" dirty="0"/>
          </a:p>
          <a:p>
            <a:pPr lvl="1"/>
            <a:r>
              <a:rPr lang="en-US" dirty="0" err="1"/>
              <a:t>Perlinův</a:t>
            </a:r>
            <a:r>
              <a:rPr lang="en-US" dirty="0"/>
              <a:t> </a:t>
            </a:r>
            <a:r>
              <a:rPr lang="en-US" dirty="0" err="1"/>
              <a:t>šum</a:t>
            </a:r>
            <a:r>
              <a:rPr lang="en-US" dirty="0"/>
              <a:t> (</a:t>
            </a:r>
            <a:r>
              <a:rPr lang="en-US" dirty="0" err="1"/>
              <a:t>jednoduchý</a:t>
            </a:r>
            <a:r>
              <a:rPr lang="en-US" dirty="0"/>
              <a:t> </a:t>
            </a:r>
            <a:r>
              <a:rPr lang="en-US" dirty="0" err="1"/>
              <a:t>terén</a:t>
            </a:r>
            <a:r>
              <a:rPr lang="en-US" dirty="0"/>
              <a:t>), Cellular Automata (pro </a:t>
            </a:r>
            <a:r>
              <a:rPr lang="en-US" dirty="0" err="1"/>
              <a:t>lesy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Fixní</a:t>
            </a:r>
            <a:r>
              <a:rPr lang="en-US" dirty="0"/>
              <a:t> cutoff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okrajích</a:t>
            </a:r>
            <a:r>
              <a:rPr lang="en-US" dirty="0"/>
              <a:t> </a:t>
            </a:r>
            <a:r>
              <a:rPr lang="en-US" dirty="0" err="1"/>
              <a:t>mapy</a:t>
            </a:r>
            <a:endParaRPr lang="en-US" dirty="0"/>
          </a:p>
          <a:p>
            <a:pPr lvl="1"/>
            <a:r>
              <a:rPr lang="en-US" dirty="0" err="1"/>
              <a:t>Okolí</a:t>
            </a:r>
            <a:r>
              <a:rPr lang="en-US" dirty="0"/>
              <a:t> </a:t>
            </a:r>
            <a:r>
              <a:rPr lang="en-US" dirty="0" err="1"/>
              <a:t>spawnu</a:t>
            </a:r>
            <a:r>
              <a:rPr lang="en-US" dirty="0"/>
              <a:t> je </a:t>
            </a:r>
            <a:r>
              <a:rPr lang="en-US" dirty="0" err="1"/>
              <a:t>vždy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ploché</a:t>
            </a:r>
            <a:r>
              <a:rPr lang="en-US" dirty="0"/>
              <a:t> </a:t>
            </a:r>
            <a:r>
              <a:rPr lang="en-US" dirty="0" err="1"/>
              <a:t>ploše</a:t>
            </a:r>
            <a:endParaRPr lang="en-US" dirty="0"/>
          </a:p>
          <a:p>
            <a:r>
              <a:rPr lang="en-US" dirty="0" err="1"/>
              <a:t>Generování</a:t>
            </a:r>
            <a:r>
              <a:rPr lang="en-US" dirty="0"/>
              <a:t> </a:t>
            </a:r>
            <a:r>
              <a:rPr lang="en-US" dirty="0" err="1"/>
              <a:t>cest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hráči</a:t>
            </a:r>
            <a:endParaRPr lang="en-US" dirty="0"/>
          </a:p>
          <a:p>
            <a:pPr lvl="1"/>
            <a:r>
              <a:rPr lang="en-US" dirty="0" err="1"/>
              <a:t>Djikstra</a:t>
            </a:r>
            <a:r>
              <a:rPr lang="en-US" dirty="0"/>
              <a:t> pro </a:t>
            </a:r>
            <a:r>
              <a:rPr lang="en-US" dirty="0" err="1"/>
              <a:t>nalezení</a:t>
            </a:r>
            <a:r>
              <a:rPr lang="en-US" dirty="0"/>
              <a:t> </a:t>
            </a:r>
            <a:r>
              <a:rPr lang="en-US" dirty="0" err="1"/>
              <a:t>cesty</a:t>
            </a:r>
            <a:endParaRPr lang="en-US" dirty="0"/>
          </a:p>
          <a:p>
            <a:r>
              <a:rPr lang="en-US" dirty="0" err="1"/>
              <a:t>Generování</a:t>
            </a:r>
            <a:r>
              <a:rPr lang="en-US" dirty="0"/>
              <a:t> </a:t>
            </a:r>
            <a:r>
              <a:rPr lang="en-US" dirty="0" err="1"/>
              <a:t>rozdělení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hráči</a:t>
            </a:r>
            <a:endParaRPr lang="en-US" dirty="0"/>
          </a:p>
          <a:p>
            <a:pPr lvl="1"/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týmy</a:t>
            </a:r>
            <a:r>
              <a:rPr lang="en-US" dirty="0"/>
              <a:t> </a:t>
            </a:r>
            <a:r>
              <a:rPr lang="en-US" dirty="0" err="1"/>
              <a:t>stanoven</a:t>
            </a:r>
            <a:r>
              <a:rPr lang="en-US" dirty="0"/>
              <a:t> </a:t>
            </a:r>
            <a:r>
              <a:rPr lang="en-US" dirty="0" err="1"/>
              <a:t>úhel</a:t>
            </a:r>
            <a:r>
              <a:rPr lang="en-US" dirty="0"/>
              <a:t> </a:t>
            </a:r>
            <a:r>
              <a:rPr lang="en-US"/>
              <a:t>rozdělení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028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118</Words>
  <Application>Microsoft Macintosh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Generování W3 mapy</vt:lpstr>
      <vt:lpstr>Motivace</vt:lpstr>
      <vt:lpstr>Pipeline</vt:lpstr>
      <vt:lpstr>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Vladimír Mrkacek (CZ)</dc:creator>
  <cp:lastModifiedBy>Vladimír Mrkacek (CZ)</cp:lastModifiedBy>
  <cp:revision>6</cp:revision>
  <dcterms:created xsi:type="dcterms:W3CDTF">2026-01-18T08:31:05Z</dcterms:created>
  <dcterms:modified xsi:type="dcterms:W3CDTF">2026-01-18T09:17:49Z</dcterms:modified>
</cp:coreProperties>
</file>